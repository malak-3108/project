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24" dt="2026-09-20T17:21:15.931"/>
    <p1510:client id="{FB1B0AD8-22A6-D9BE-5A31-C5943CF7325E}" v="49" dt="2026-09-20T00:29:49.0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p:scale>
          <a:sx n="44" d="100"/>
          <a:sy n="44" d="100"/>
        </p:scale>
        <p:origin x="80"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20/09/2026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20/09/2026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20/09/2026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20/09/2026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20/09/2026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20/09/2026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20/09/2026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app.diagrams.ne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u="sng" dirty="0">
                <a:solidFill>
                  <a:schemeClr val="tx2">
                    <a:lumMod val="90000"/>
                    <a:lumOff val="10000"/>
                  </a:schemeClr>
                </a:solidFill>
              </a:rPr>
              <a:t>ER diagram of the database of the project's application</a:t>
            </a:r>
          </a:p>
        </p:txBody>
      </p:sp>
      <p:sp>
        <p:nvSpPr>
          <p:cNvPr id="3" name="Subtitle 2"/>
          <p:cNvSpPr>
            <a:spLocks noGrp="1"/>
          </p:cNvSpPr>
          <p:nvPr>
            <p:ph type="subTitle" idx="1"/>
          </p:nvPr>
        </p:nvSpPr>
        <p:spPr>
          <a:xfrm>
            <a:off x="1524000" y="4221163"/>
            <a:ext cx="9144000" cy="1655762"/>
          </a:xfrm>
        </p:spPr>
        <p:txBody>
          <a:bodyPr vert="horz" lIns="91440" tIns="45720" rIns="91440" bIns="45720" rtlCol="0" anchor="t">
            <a:normAutofit/>
          </a:bodyPr>
          <a:lstStyle/>
          <a:p>
            <a:r>
              <a:rPr lang="en-GB" sz="2000" dirty="0">
                <a:solidFill>
                  <a:schemeClr val="tx2">
                    <a:lumMod val="49000"/>
                    <a:lumOff val="51000"/>
                  </a:schemeClr>
                </a:solidFill>
              </a:rPr>
              <a:t>Made by: Malak NHAMI – Marwa MAZOUZ – Sara LAMNAIY – Mohamed MOUSSAID</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5E8631-96BE-0485-E5F7-F9035CF57661}"/>
              </a:ext>
            </a:extLst>
          </p:cNvPr>
          <p:cNvPicPr>
            <a:picLocks noChangeAspect="1"/>
          </p:cNvPicPr>
          <p:nvPr/>
        </p:nvPicPr>
        <p:blipFill>
          <a:blip r:embed="rId2"/>
          <a:stretch>
            <a:fillRect/>
          </a:stretch>
        </p:blipFill>
        <p:spPr>
          <a:xfrm>
            <a:off x="-1602288" y="2201"/>
            <a:ext cx="14561506" cy="6874477"/>
          </a:xfrm>
          <a:prstGeom prst="rect">
            <a:avLst/>
          </a:prstGeom>
        </p:spPr>
      </p:pic>
    </p:spTree>
    <p:extLst>
      <p:ext uri="{BB962C8B-B14F-4D97-AF65-F5344CB8AC3E}">
        <p14:creationId xmlns:p14="http://schemas.microsoft.com/office/powerpoint/2010/main" val="3418120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D9E7B6-8CCC-5BFF-DB63-5E0E89397B88}"/>
              </a:ext>
            </a:extLst>
          </p:cNvPr>
          <p:cNvPicPr>
            <a:picLocks noChangeAspect="1"/>
          </p:cNvPicPr>
          <p:nvPr/>
        </p:nvPicPr>
        <p:blipFill>
          <a:blip r:embed="rId2"/>
          <a:stretch>
            <a:fillRect/>
          </a:stretch>
        </p:blipFill>
        <p:spPr>
          <a:xfrm>
            <a:off x="0" y="13681"/>
            <a:ext cx="12698260" cy="6846296"/>
          </a:xfrm>
          <a:prstGeom prst="rect">
            <a:avLst/>
          </a:prstGeom>
        </p:spPr>
      </p:pic>
    </p:spTree>
    <p:extLst>
      <p:ext uri="{BB962C8B-B14F-4D97-AF65-F5344CB8AC3E}">
        <p14:creationId xmlns:p14="http://schemas.microsoft.com/office/powerpoint/2010/main" val="3199009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27BA80-7E41-B819-2BD6-28F6F2DD7B21}"/>
              </a:ext>
            </a:extLst>
          </p:cNvPr>
          <p:cNvPicPr>
            <a:picLocks noChangeAspect="1"/>
          </p:cNvPicPr>
          <p:nvPr/>
        </p:nvPicPr>
        <p:blipFill>
          <a:blip r:embed="rId2"/>
          <a:stretch>
            <a:fillRect/>
          </a:stretch>
        </p:blipFill>
        <p:spPr>
          <a:xfrm>
            <a:off x="-49610" y="0"/>
            <a:ext cx="12604371" cy="6858000"/>
          </a:xfrm>
          <a:prstGeom prst="rect">
            <a:avLst/>
          </a:prstGeom>
        </p:spPr>
      </p:pic>
    </p:spTree>
    <p:extLst>
      <p:ext uri="{BB962C8B-B14F-4D97-AF65-F5344CB8AC3E}">
        <p14:creationId xmlns:p14="http://schemas.microsoft.com/office/powerpoint/2010/main" val="887617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73559D-CFE9-4791-31F0-C5935121FB3A}"/>
              </a:ext>
            </a:extLst>
          </p:cNvPr>
          <p:cNvPicPr>
            <a:picLocks noChangeAspect="1"/>
          </p:cNvPicPr>
          <p:nvPr/>
        </p:nvPicPr>
        <p:blipFill>
          <a:blip r:embed="rId2"/>
          <a:stretch>
            <a:fillRect/>
          </a:stretch>
        </p:blipFill>
        <p:spPr>
          <a:xfrm>
            <a:off x="-500" y="0"/>
            <a:ext cx="12172122" cy="7098082"/>
          </a:xfrm>
          <a:prstGeom prst="rect">
            <a:avLst/>
          </a:prstGeom>
        </p:spPr>
      </p:pic>
    </p:spTree>
    <p:extLst>
      <p:ext uri="{BB962C8B-B14F-4D97-AF65-F5344CB8AC3E}">
        <p14:creationId xmlns:p14="http://schemas.microsoft.com/office/powerpoint/2010/main" val="1941373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259CE-6188-D6AA-8FBF-40017D6E68F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B723D62-42E1-441C-3DD4-D4C7762E73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2" y="0"/>
            <a:ext cx="12189717" cy="6858000"/>
          </a:xfrm>
          <a:prstGeom prst="rect">
            <a:avLst/>
          </a:prstGeom>
        </p:spPr>
      </p:pic>
    </p:spTree>
    <p:extLst>
      <p:ext uri="{BB962C8B-B14F-4D97-AF65-F5344CB8AC3E}">
        <p14:creationId xmlns:p14="http://schemas.microsoft.com/office/powerpoint/2010/main" val="1957947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B97E9-3A0F-507F-3C70-0AEECBA771B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86ABF2E-085F-D78F-D855-FFB7457374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0400"/>
            <a:ext cx="12192000" cy="6858000"/>
          </a:xfrm>
          <a:prstGeom prst="rect">
            <a:avLst/>
          </a:prstGeom>
        </p:spPr>
      </p:pic>
    </p:spTree>
    <p:extLst>
      <p:ext uri="{BB962C8B-B14F-4D97-AF65-F5344CB8AC3E}">
        <p14:creationId xmlns:p14="http://schemas.microsoft.com/office/powerpoint/2010/main" val="2253228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E9E6B-E959-2EF3-5507-AA7350B3090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3297AC8-89A8-C818-FF44-B05CF41DE0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13271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8E128A3E-DD68-E3A1-A9F8-DAE9B8269CD0}"/>
              </a:ext>
            </a:extLst>
          </p:cNvPr>
          <p:cNvPicPr>
            <a:picLocks noChangeAspect="1"/>
          </p:cNvPicPr>
          <p:nvPr/>
        </p:nvPicPr>
        <p:blipFill>
          <a:blip r:embed="rId2"/>
          <a:stretch>
            <a:fillRect/>
          </a:stretch>
        </p:blipFill>
        <p:spPr>
          <a:xfrm>
            <a:off x="0" y="0"/>
            <a:ext cx="12598359" cy="7246549"/>
          </a:xfrm>
          <a:prstGeom prst="rect">
            <a:avLst/>
          </a:prstGeom>
        </p:spPr>
      </p:pic>
    </p:spTree>
    <p:extLst>
      <p:ext uri="{BB962C8B-B14F-4D97-AF65-F5344CB8AC3E}">
        <p14:creationId xmlns:p14="http://schemas.microsoft.com/office/powerpoint/2010/main" val="3117867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2D0D5C0E-489B-7607-0160-764AA579E524}"/>
              </a:ext>
            </a:extLst>
          </p:cNvPr>
          <p:cNvPicPr>
            <a:picLocks noChangeAspect="1"/>
          </p:cNvPicPr>
          <p:nvPr/>
        </p:nvPicPr>
        <p:blipFill>
          <a:blip r:embed="rId2"/>
          <a:stretch>
            <a:fillRect/>
          </a:stretch>
        </p:blipFill>
        <p:spPr>
          <a:xfrm>
            <a:off x="0" y="0"/>
            <a:ext cx="12322629" cy="6858000"/>
          </a:xfrm>
          <a:prstGeom prst="rect">
            <a:avLst/>
          </a:prstGeom>
        </p:spPr>
      </p:pic>
    </p:spTree>
    <p:extLst>
      <p:ext uri="{BB962C8B-B14F-4D97-AF65-F5344CB8AC3E}">
        <p14:creationId xmlns:p14="http://schemas.microsoft.com/office/powerpoint/2010/main" val="4132691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818855-B845-CEC9-8539-9B7F972E1D45}"/>
              </a:ext>
            </a:extLst>
          </p:cNvPr>
          <p:cNvSpPr>
            <a:spLocks noGrp="1"/>
          </p:cNvSpPr>
          <p:nvPr>
            <p:ph idx="1"/>
          </p:nvPr>
        </p:nvSpPr>
        <p:spPr>
          <a:xfrm>
            <a:off x="828040" y="748665"/>
            <a:ext cx="10515600" cy="5743258"/>
          </a:xfrm>
        </p:spPr>
        <p:txBody>
          <a:bodyPr vert="horz" lIns="91440" tIns="45720" rIns="91440" bIns="45720" rtlCol="0" anchor="t">
            <a:normAutofit/>
          </a:bodyPr>
          <a:lstStyle/>
          <a:p>
            <a:pPr marL="0" indent="0">
              <a:buNone/>
            </a:pPr>
            <a:r>
              <a:rPr lang="en-US" b="1" u="sng" dirty="0">
                <a:solidFill>
                  <a:srgbClr val="C00000"/>
                </a:solidFill>
              </a:rPr>
              <a:t>Note:</a:t>
            </a:r>
            <a:r>
              <a:rPr lang="en-US" dirty="0"/>
              <a:t> </a:t>
            </a:r>
          </a:p>
          <a:p>
            <a:pPr marL="0" indent="0">
              <a:buNone/>
            </a:pPr>
            <a:r>
              <a:rPr lang="en-US" dirty="0"/>
              <a:t>Unfortunately given that the size of the page we were working on is too big to the point that the screenshot looks blurry, we ask you kindly to go and check our work in details in the attached file with the extension ".drawio" for better readability.</a:t>
            </a:r>
          </a:p>
          <a:p>
            <a:pPr marL="0" indent="0">
              <a:buNone/>
            </a:pPr>
            <a:r>
              <a:rPr lang="en-US" dirty="0"/>
              <a:t>The interface is easily accessed using the file below:</a:t>
            </a:r>
          </a:p>
          <a:p>
            <a:pPr marL="0" indent="0">
              <a:buNone/>
            </a:pPr>
            <a:r>
              <a:rPr lang="en-US" dirty="0">
                <a:solidFill>
                  <a:schemeClr val="tx2">
                    <a:lumMod val="49000"/>
                    <a:lumOff val="51000"/>
                  </a:schemeClr>
                </a:solidFill>
                <a:ea typeface="+mn-lt"/>
                <a:cs typeface="+mn-lt"/>
                <a:hlinkClick r:id="rId2"/>
              </a:rPr>
              <a:t>https://app.diagrams.net/</a:t>
            </a:r>
          </a:p>
          <a:p>
            <a:pPr>
              <a:buFont typeface="Calibri" panose="020B0604020202020204" pitchFamily="34" charset="0"/>
              <a:buChar char="-"/>
            </a:pPr>
            <a:r>
              <a:rPr lang="en-US" dirty="0"/>
              <a:t>No need to sign up -</a:t>
            </a:r>
          </a:p>
          <a:p>
            <a:pPr marL="0" indent="0">
              <a:buNone/>
            </a:pPr>
            <a:r>
              <a:rPr lang="en-US" dirty="0"/>
              <a:t>Make sure to download the attached file and access it through clicking on File -&gt; Open from... -&gt; Device to open it.</a:t>
            </a:r>
          </a:p>
          <a:p>
            <a:pPr marL="0" indent="0">
              <a:buNone/>
            </a:pPr>
            <a:endParaRPr lang="en-US" dirty="0">
              <a:solidFill>
                <a:schemeClr val="tx2">
                  <a:lumMod val="49000"/>
                  <a:lumOff val="51000"/>
                </a:schemeClr>
              </a:solidFill>
            </a:endParaRPr>
          </a:p>
        </p:txBody>
      </p:sp>
    </p:spTree>
    <p:extLst>
      <p:ext uri="{BB962C8B-B14F-4D97-AF65-F5344CB8AC3E}">
        <p14:creationId xmlns:p14="http://schemas.microsoft.com/office/powerpoint/2010/main" val="298264343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43</TotalTime>
  <Words>0</Words>
  <Application>Microsoft Office PowerPoint</Application>
  <PresentationFormat>Widescreen</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ER diagram of the database of the project's application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Student</dc:creator>
  <cp:lastModifiedBy>marwa maz</cp:lastModifiedBy>
  <cp:revision>121</cp:revision>
  <dcterms:created xsi:type="dcterms:W3CDTF">2026-09-19T14:20:45Z</dcterms:created>
  <dcterms:modified xsi:type="dcterms:W3CDTF">2026-09-20T17:21:18Z</dcterms:modified>
</cp:coreProperties>
</file>